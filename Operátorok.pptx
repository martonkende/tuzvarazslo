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59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39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83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790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41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43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781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54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01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55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73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6FC2E-6DD0-4141-82A9-CD4FA01F0B0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687A9C7-0EF2-423A-808D-EEBE9B3B0F61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1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27BF78-DDB7-4371-BD95-2435759CFF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Operátorok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3014A63-3A17-49B7-8C7E-BB3FECD5F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Készítette:  jászhalmi szabolcs és farkas márton kende</a:t>
            </a:r>
          </a:p>
        </p:txBody>
      </p:sp>
    </p:spTree>
    <p:extLst>
      <p:ext uri="{BB962C8B-B14F-4D97-AF65-F5344CB8AC3E}">
        <p14:creationId xmlns:p14="http://schemas.microsoft.com/office/powerpoint/2010/main" val="376339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A180C9-525C-4D7C-9EEC-35468CF1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Operátorok fajtái</a:t>
            </a:r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AE066297-2AAD-47C6-9E13-23E89D170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298" y="1997907"/>
            <a:ext cx="2678971" cy="3449638"/>
          </a:xfrm>
          <a:prstGeom prst="rect">
            <a:avLst/>
          </a:prstGeom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C212E3D6-795B-4517-932D-0C7B549B6831}"/>
              </a:ext>
            </a:extLst>
          </p:cNvPr>
          <p:cNvSpPr/>
          <p:nvPr/>
        </p:nvSpPr>
        <p:spPr>
          <a:xfrm>
            <a:off x="4805363" y="1997907"/>
            <a:ext cx="2678970" cy="3450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2ADA9CF-F516-4946-878F-8B3C00058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428" y="1978133"/>
            <a:ext cx="2678972" cy="346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809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D950B3-6887-41B9-9B7C-267A463E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Aritmetikai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03F1E42-0D35-45FA-AA22-34CE69A03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 számítások elvégzésére szolgálnak, és szinte minden programozási nyelvben azonosak.</a:t>
            </a: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Összeadás +</a:t>
            </a: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Kivonás -</a:t>
            </a: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Szorzás *</a:t>
            </a: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Osztás /</a:t>
            </a: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Maradékos osztás %</a:t>
            </a:r>
          </a:p>
        </p:txBody>
      </p:sp>
    </p:spTree>
    <p:extLst>
      <p:ext uri="{BB962C8B-B14F-4D97-AF65-F5344CB8AC3E}">
        <p14:creationId xmlns:p14="http://schemas.microsoft.com/office/powerpoint/2010/main" val="121179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A72047-4634-42A8-8BCF-FE7FDB4B9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Értékadó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F3C94D-324D-4B46-AA47-2B25624C3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Alapértelmezett érékadás PL: x = 10</a:t>
            </a:r>
          </a:p>
          <a:p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 kombinált értékadás operátorai: </a:t>
            </a:r>
          </a:p>
          <a:p>
            <a:pPr lvl="1"/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+=  </a:t>
            </a:r>
          </a:p>
          <a:p>
            <a:pPr lvl="1"/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-=</a:t>
            </a:r>
          </a:p>
          <a:p>
            <a:pPr lvl="1"/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*=</a:t>
            </a:r>
          </a:p>
          <a:p>
            <a:pPr lvl="1"/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/=</a:t>
            </a:r>
          </a:p>
          <a:p>
            <a:pPr marL="457200" lvl="1" indent="0">
              <a:buNone/>
            </a:pPr>
            <a:endParaRPr lang="hu-HU" dirty="0"/>
          </a:p>
          <a:p>
            <a:pPr marL="457200" lvl="1" indent="0">
              <a:buNone/>
            </a:pPr>
            <a:endParaRPr lang="hu-HU" dirty="0"/>
          </a:p>
          <a:p>
            <a:pPr marL="457200" lvl="1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3579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DF0FA9-BC45-4291-959E-9BFE2D4F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Logikai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DA3828-6FE8-4C9D-9DB6-FAB2101F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93754" cy="3450613"/>
          </a:xfrm>
        </p:spPr>
        <p:txBody>
          <a:bodyPr>
            <a:normAutofit/>
          </a:bodyPr>
          <a:lstStyle/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 logikai operátorok logikai műveleteket hajtanak végre bool(</a:t>
            </a:r>
            <a:r>
              <a:rPr lang="hu-HU" sz="18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True,False</a:t>
            </a:r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) operandusokkal(Az érték, vagy változó amivel a művelet dolgozik általában 2 van)</a:t>
            </a:r>
          </a:p>
          <a:p>
            <a:endParaRPr lang="hu-HU" sz="1800" dirty="0">
              <a:latin typeface="Adobe Myungjo Std M" panose="02020600000000000000" pitchFamily="18" charset="-128"/>
              <a:ea typeface="Adobe Myungjo Std M" panose="02020600000000000000" pitchFamily="18" charset="-128"/>
            </a:endParaRP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&amp;&amp;	(and/és) Csak akkor igaz, ha minden kapcsolódó feltétel igaz.</a:t>
            </a: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||	(</a:t>
            </a:r>
            <a:r>
              <a:rPr lang="hu-HU" sz="18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or</a:t>
            </a:r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/vagy) Akkor igaz, ha legalább az egyik feltétel igaz.</a:t>
            </a: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!	(</a:t>
            </a:r>
            <a:r>
              <a:rPr lang="hu-HU" sz="1800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not</a:t>
            </a:r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/nem) Megfordítja a logikai értéket(igazat hamissá, hamisat igazzá alakítja)</a:t>
            </a:r>
          </a:p>
        </p:txBody>
      </p:sp>
    </p:spTree>
    <p:extLst>
      <p:ext uri="{BB962C8B-B14F-4D97-AF65-F5344CB8AC3E}">
        <p14:creationId xmlns:p14="http://schemas.microsoft.com/office/powerpoint/2010/main" val="97586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0BC2B4-6F56-4344-B325-157C6897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C# </a:t>
            </a:r>
            <a:r>
              <a:rPr lang="hu-HU" dirty="0" err="1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pecedencia</a:t>
            </a:r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 táblázat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C15604-64CB-42C2-A72B-56857BE69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871583" cy="3450613"/>
          </a:xfrm>
        </p:spPr>
        <p:txBody>
          <a:bodyPr>
            <a:normAutofit/>
          </a:bodyPr>
          <a:lstStyle/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Lefelé haladva megy a prioritás.</a:t>
            </a:r>
          </a:p>
          <a:p>
            <a:r>
              <a:rPr lang="hu-HU" sz="1800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Oldalt a nyíl a művelet elvégzésének haladási irányát mutatja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BB6B86B-EF7C-4826-9AAE-7D681B0B32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0" r="1309"/>
          <a:stretch/>
        </p:blipFill>
        <p:spPr>
          <a:xfrm>
            <a:off x="6323162" y="1938867"/>
            <a:ext cx="5267705" cy="41146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921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2D11EE-01A9-48F0-B0E8-FD082BF5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Köszönöm a figyelmet!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F203D701-A441-4F93-902F-16B80F485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343" y="2016125"/>
            <a:ext cx="3449638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52258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é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é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160</Words>
  <Application>Microsoft Office PowerPoint</Application>
  <PresentationFormat>Szélesvásznú</PresentationFormat>
  <Paragraphs>28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Adobe Myungjo Std M</vt:lpstr>
      <vt:lpstr>Arial</vt:lpstr>
      <vt:lpstr>Gill Sans MT</vt:lpstr>
      <vt:lpstr>Galéria</vt:lpstr>
      <vt:lpstr>Operátorok</vt:lpstr>
      <vt:lpstr>Operátorok fajtái</vt:lpstr>
      <vt:lpstr>Aritmetikai operátorok</vt:lpstr>
      <vt:lpstr>Értékadó operátorok</vt:lpstr>
      <vt:lpstr>Logikai operátorok</vt:lpstr>
      <vt:lpstr>C# pecedencia táblázat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Operátorok</dc:title>
  <dc:creator>Farkas Márton</dc:creator>
  <cp:lastModifiedBy>Farkas Márton</cp:lastModifiedBy>
  <cp:revision>7</cp:revision>
  <dcterms:created xsi:type="dcterms:W3CDTF">2026-10-01T10:32:44Z</dcterms:created>
  <dcterms:modified xsi:type="dcterms:W3CDTF">2026-10-01T11:50:04Z</dcterms:modified>
</cp:coreProperties>
</file>